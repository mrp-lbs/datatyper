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d3aef20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d3aef20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d3aef207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d3aef207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d3aef207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d3aef207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d3aef207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d3aef207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d3aef207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d3aef207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d3aef207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d3aef207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d3aef207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d3aef207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d3aef207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d3aef207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d3aef207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d3aef207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d3aef207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d3aef207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d3aef207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d3aef207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Datatyper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Som vi har använt (typ)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Vad är en </a:t>
            </a:r>
            <a:r>
              <a:rPr lang="sv"/>
              <a:t>datatyp?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Det kan vara enkla datatyper som int, double, char mera.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Men det kan vara mer </a:t>
            </a:r>
            <a:r>
              <a:rPr lang="sv"/>
              <a:t>avancerade</a:t>
            </a:r>
            <a:r>
              <a:rPr lang="sv"/>
              <a:t> som listor, träd med mera.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Idag så skall vi titta på hur dessa kan fungera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Lista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Vad är en lista?</a:t>
            </a:r>
            <a:br>
              <a:rPr lang="sv"/>
            </a:br>
            <a:r>
              <a:rPr lang="sv"/>
              <a:t>En lista innehåller flera objekt men kan dynamiskt utökas under körning.</a:t>
            </a:r>
            <a:br>
              <a:rPr lang="sv"/>
            </a:br>
            <a:r>
              <a:rPr lang="sv"/>
              <a:t>Till skillnad från en array.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Det finns två varianter av listor och vi kommer titta på båda och vi kommer implementera båda!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Klassisk lista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En lista är en class som innehåller 2 saker: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Ett värde (int i detta fallet)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Nästa delen på en lista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844950" y="2484325"/>
            <a:ext cx="1797600" cy="75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" name="Google Shape;75;p16"/>
          <p:cNvCxnSpPr>
            <a:stCxn id="74" idx="0"/>
            <a:endCxn id="74" idx="2"/>
          </p:cNvCxnSpPr>
          <p:nvPr/>
        </p:nvCxnSpPr>
        <p:spPr>
          <a:xfrm>
            <a:off x="1743750" y="2484325"/>
            <a:ext cx="0" cy="75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6"/>
          <p:cNvCxnSpPr>
            <a:endCxn id="77" idx="1"/>
          </p:cNvCxnSpPr>
          <p:nvPr/>
        </p:nvCxnSpPr>
        <p:spPr>
          <a:xfrm>
            <a:off x="2212200" y="2857375"/>
            <a:ext cx="14610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6"/>
          <p:cNvSpPr/>
          <p:nvPr/>
        </p:nvSpPr>
        <p:spPr>
          <a:xfrm>
            <a:off x="3673200" y="2484325"/>
            <a:ext cx="1797600" cy="75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Google Shape;79;p16"/>
          <p:cNvCxnSpPr>
            <a:stCxn id="78" idx="0"/>
            <a:endCxn id="78" idx="2"/>
          </p:cNvCxnSpPr>
          <p:nvPr/>
        </p:nvCxnSpPr>
        <p:spPr>
          <a:xfrm>
            <a:off x="4572000" y="2484325"/>
            <a:ext cx="0" cy="75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6"/>
          <p:cNvCxnSpPr/>
          <p:nvPr/>
        </p:nvCxnSpPr>
        <p:spPr>
          <a:xfrm>
            <a:off x="5040450" y="2857375"/>
            <a:ext cx="14610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6"/>
          <p:cNvSpPr/>
          <p:nvPr/>
        </p:nvSpPr>
        <p:spPr>
          <a:xfrm>
            <a:off x="6501450" y="2484325"/>
            <a:ext cx="1797600" cy="75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16"/>
          <p:cNvCxnSpPr>
            <a:stCxn id="81" idx="0"/>
            <a:endCxn id="81" idx="2"/>
          </p:cNvCxnSpPr>
          <p:nvPr/>
        </p:nvCxnSpPr>
        <p:spPr>
          <a:xfrm>
            <a:off x="7400250" y="2484325"/>
            <a:ext cx="0" cy="75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6"/>
          <p:cNvSpPr txBox="1"/>
          <p:nvPr/>
        </p:nvSpPr>
        <p:spPr>
          <a:xfrm>
            <a:off x="1106000" y="2657725"/>
            <a:ext cx="5070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3823013" y="2642425"/>
            <a:ext cx="540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13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6652125" y="2657725"/>
            <a:ext cx="507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chemeClr val="dk2"/>
                </a:solidFill>
              </a:rPr>
              <a:t> 25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Låt oss skapa detta nu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Vi kommer börja med att kopiera in ett litet test först med saker vi vill kunna fungera.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Att skapa testet innan vi börjar med koden kallas för TDD (Test driven development).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Men så här är det inte i C#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I många </a:t>
            </a:r>
            <a:r>
              <a:rPr lang="sv"/>
              <a:t>programmeringsspråk</a:t>
            </a:r>
            <a:r>
              <a:rPr lang="sv"/>
              <a:t> så fungerar listor </a:t>
            </a:r>
            <a:r>
              <a:rPr lang="sv"/>
              <a:t>så här</a:t>
            </a:r>
            <a:r>
              <a:rPr lang="sv"/>
              <a:t>.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Men i C# så är en lista enbart en array som vi ökar i storlek.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Låt oss implementera!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Nog om listor, vad är träd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Så vad är då ett träd? Förutom att vi älskar dem?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Så ett träd är egentligen som en lista fast med 2 grenar eller fler.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Det konstiga är att matematiker och programmerare inte </a:t>
            </a:r>
            <a:r>
              <a:rPr lang="sv"/>
              <a:t>kan rita ett träd. Ett träd växer uppåt? Nej, det växer nedåt!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Så vad används träd till? Massa saker! Vi använder trädstrukturer för att representerar grapher (t.ex pathfinding), vi har det till filsystem, databaser, bryta ner </a:t>
            </a:r>
            <a:r>
              <a:rPr lang="sv"/>
              <a:t>programmeringsspråk</a:t>
            </a:r>
            <a:r>
              <a:rPr lang="sv"/>
              <a:t>, sortera saker med mera.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Träd</a:t>
            </a:r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506975" y="1244400"/>
            <a:ext cx="3072600" cy="3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sv" sz="1800">
                <a:solidFill>
                  <a:schemeClr val="dk2"/>
                </a:solidFill>
              </a:rPr>
              <a:t>Här har vi ett träd med 2 grenar per nod (nod är ringarna).</a:t>
            </a:r>
            <a:br>
              <a:rPr lang="sv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sv" sz="1800">
                <a:solidFill>
                  <a:schemeClr val="dk2"/>
                </a:solidFill>
              </a:rPr>
              <a:t>Detta trädet är sorterat och i balans.</a:t>
            </a:r>
            <a:br>
              <a:rPr lang="sv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sv" sz="1800">
                <a:solidFill>
                  <a:schemeClr val="dk2"/>
                </a:solidFill>
              </a:rPr>
              <a:t>Låt oss skapa ett enkelt träd som är sorterat (men inte balanserat)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sv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9575" y="1004456"/>
            <a:ext cx="5564426" cy="2744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Hashmap - </a:t>
            </a:r>
            <a:r>
              <a:rPr lang="sv"/>
              <a:t>Dictionary</a:t>
            </a:r>
            <a:r>
              <a:rPr lang="sv"/>
              <a:t> </a:t>
            </a:r>
            <a:endParaRPr b="1" sz="1700">
              <a:solidFill>
                <a:srgbClr val="18181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sv"/>
              <a:t>En Dictonary är som en liten databas, man har en nyckel och ett värde koppla ihop. Det finns kraftfulla databaser som fungerar på detta viset. Hashmap är en variant på detta.</a:t>
            </a:r>
            <a:br>
              <a:rPr lang="sv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sv"/>
              <a:t>Dictionary&lt;string, int&gt; ålder = new Dictionary&lt;string, int&gt;(); </a:t>
            </a:r>
            <a:br>
              <a:rPr lang="sv"/>
            </a:br>
            <a:r>
              <a:rPr lang="sv"/>
              <a:t>Här sparar vi ett namn och en ålder. </a:t>
            </a:r>
            <a:br>
              <a:rPr lang="sv"/>
            </a:br>
            <a:r>
              <a:rPr lang="sv"/>
              <a:t>Alla personer måste ha ett unikt namn (nyckel)</a:t>
            </a:r>
            <a:br>
              <a:rPr lang="sv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sv"/>
              <a:t>Sedan så kan vi göra: ålder.Add("Alice", 30);</a:t>
            </a:r>
            <a:br>
              <a:rPr lang="sv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sv"/>
              <a:t>Om vi senare vill se hur gammal Allice är så kan vi göra:</a:t>
            </a:r>
            <a:br>
              <a:rPr lang="sv"/>
            </a:br>
            <a:r>
              <a:rPr lang="sv"/>
              <a:t>ålder.Get("Alice"); // detta skulle returnera 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sv"/>
              <a:t>Hur fungerar en hashmap - bild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2" title="hashma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749" y="1196038"/>
            <a:ext cx="5529275" cy="332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Hur fungerar en hashmap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En hashmap fungerar som en array med listor.</a:t>
            </a:r>
            <a:br>
              <a:rPr lang="sv"/>
            </a:br>
            <a:r>
              <a:rPr lang="sv"/>
              <a:t>Vi kallar våran array för buckets. I varje bucket ligger en klassisk lista.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När vi gör en insättning (Add eller Set) eller hämtar ett värde (Get) så börjar</a:t>
            </a:r>
            <a:br>
              <a:rPr lang="sv"/>
            </a:br>
            <a:r>
              <a:rPr lang="sv"/>
              <a:t>vi med att översätta nyckeln till ett index. Detta görs med hjälp av GetHashCode, där av hashmap. Detta index används för att hitta våran bucket.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När vi hittat våran bucket så letar vi i listan. Detta gör att det går fort att leta och sätta in.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sv"/>
              <a:t>Om våra buckets blir för fulla, gör som i arraylist!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Låt oss implementera!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4" title="hashma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749" y="1196038"/>
            <a:ext cx="5529275" cy="332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